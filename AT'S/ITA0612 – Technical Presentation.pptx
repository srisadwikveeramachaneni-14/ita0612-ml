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A4FA-77B6-91BC-AB56-A726C38BC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D8760-08A4-08C1-968C-214F2F941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BAC2A-6110-87D5-C049-A5032757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D361A-890F-3FBC-3898-CB8A08DD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1EFD2-7C55-D8ED-1DEE-CABCC90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98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541F-EBA3-FF55-D4A1-31B4F767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136E7-7547-66CD-B0DD-DB6D593C2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03EC3-702B-D8A1-0056-29AB072E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DB843-E6C1-A5F0-462E-A9BE93B2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319FB-69E3-A87B-D959-546114AC3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4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42F9-64E7-2DA3-B6A8-FE56D069B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93BCD-26F6-3DDC-661E-CA884E06D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A393B-65E4-46EB-7B3B-5ECC01BC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FA1E3-81A1-B8A0-597F-686C84BF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81AC2-A625-B574-48AA-3FB5780C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5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7EF7-1D2B-9D14-3B5A-7249A243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2AB58-C25C-25B0-F936-33AD70BFD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B3419-DDB7-AFEC-9F93-F8888CE09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FD57D-0111-CC5D-28D2-0683B5CF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F0CA3-CBF8-AC26-C4D1-E7CF7A97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58057-1D8B-ED67-6575-7E979383E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1028-12CF-3778-62A2-11D49AC8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9B255-0567-008C-5F5D-6E4FE69C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05510-76E8-BAB4-D5F4-399DFAD17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DE851-CF6F-D120-4063-63D1EFAAC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DEEDC-6454-5B56-28EC-38EBA2B3F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21A5A-675E-3E40-4ED5-543F03C9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55375-1695-9390-6DDB-2188B75C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B3EFE-FE6B-E574-C64A-0C21A5BF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5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D694-96F5-C5C6-7C1B-98B0F29AE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3DA67-0302-33B2-F2E5-C726178C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25851-DB81-F98D-D693-40A564E8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38E2B-BF91-88BF-E53D-CF34079E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40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92418-F62C-3A11-876E-B8DFCF14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5349A9-F6D1-0576-158B-9BB6319C3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3C90D-FCFD-4F04-C549-61C16F3E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81B7-2AB7-9EF0-4870-301AE658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0F2D7-8CE0-5919-71CE-51393E826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92289-2C7C-DFA0-42EF-0B6C4516E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E123D-5614-DE12-998C-E9AF753D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53C09-DF47-F381-48E5-CCAE271E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210F1-4DD7-D877-80C4-CD470D64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8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9053-2263-1474-4782-876213601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42C228-A8A7-9A30-B5B2-7AB5B6E59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763-E5E5-8096-F339-BA8F4839F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FF8A3-BEEA-73F1-02BB-25FCE858B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2CE38-1357-5B8E-0053-B20484F3B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11E9A-2A6E-C7C3-15BD-12F19F21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40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08B8-1FE6-7DF6-0206-AC29BE0D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A1686-96FC-2370-FBBD-747044A66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611F7-3D59-F1E3-1D95-3742202B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FAB1D-8890-5639-1467-7386EF65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F18DD-E972-1567-5D84-819E9F00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34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3999BE-9168-CE80-CE64-28D6951DC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39CBF-34AC-FB7E-ED0E-B55EF2663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93D09-AD41-BD28-7B19-5123A8B0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73D5-B135-DB5F-3CA1-2027D370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0FFFE-9E9B-9AA7-8BD8-0DB4BD76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6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3DD77-49B3-9BD4-A63A-DAC466D4D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76F72-9CCA-D55A-AC78-424EE1B7F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84FEA-1612-2CF9-758D-A5FD23A51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5C70E-608F-45AB-BC20-44FBB15D671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46F2D-B39F-2005-35CE-029578184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3DAEE-9A16-8C38-7B1E-58E6F3E81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AD93E-A536-4A71-8E93-A8575C910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3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5B5C-35F4-33D4-DA1C-0ADF74A29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ITA0612 – Technical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CD89B2-D952-7253-3541-DC73EEB3C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Learning and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361161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1529-4E25-EBB2-B621-A2B85DB75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825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1AB1-E51E-D5FF-C948-D2CC884BC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693396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is a supervised machine learning algorithm.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both classification and regression tasks.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decisions in a tree-like hierarchical structure.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internal node tests an attribute.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branch represents the outcome of a test.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leaf node represents the final prediction or class.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most interpretable machine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127288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F1F4-33B1-A18C-3B5E-61B058AA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27" y="13186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E949B-046E-A79F-8F8A-A67DC6FEA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27" y="1457423"/>
            <a:ext cx="10644673" cy="4889339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patterns from historical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data into predefined categories.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outcomes accurately.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classification errors.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easy-to-understand model.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decision-making processes.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prediction efficiency.</a:t>
            </a:r>
          </a:p>
        </p:txBody>
      </p:sp>
    </p:spTree>
    <p:extLst>
      <p:ext uri="{BB962C8B-B14F-4D97-AF65-F5344CB8AC3E}">
        <p14:creationId xmlns:p14="http://schemas.microsoft.com/office/powerpoint/2010/main" val="148292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910D-16A2-4708-F7C4-AD23EE9C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2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DECISION TREE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727F-0B89-0189-1AB7-25FFF7FA1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551"/>
            <a:ext cx="10515600" cy="4637412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the training dataset.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entropy of the dataset.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information gain for each attribute.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attribute with highest information gain.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subsets.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the process recursively.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when all records belong to one class.</a:t>
            </a:r>
          </a:p>
        </p:txBody>
      </p:sp>
    </p:spTree>
    <p:extLst>
      <p:ext uri="{BB962C8B-B14F-4D97-AF65-F5344CB8AC3E}">
        <p14:creationId xmlns:p14="http://schemas.microsoft.com/office/powerpoint/2010/main" val="2484036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7C5A-E7AD-749C-BD84-B5A5F80CB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8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CE6FE-6A2A-E8D8-87F9-F3C86BD5E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837" y="1564367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and interpret.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visualize.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numerical and categorical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minimal data preprocessing.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prediction after training.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feature importance analysis.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24598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8112-B14F-DF35-3D24-77293740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F6FBE-0E41-7A3E-1A62-A9BF3FC31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Prone to overfitting.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noisy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 changes may produce different trees.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become very large.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 than ensemble methods.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Biased toward attributes with many values.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pruning for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75382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3429D-0CF7-21CB-3EBD-6346A61F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9BBDD-70D9-ADAF-9C73-0D0F51A58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systems.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spam filtering.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 assessment.</a:t>
            </a:r>
          </a:p>
        </p:txBody>
      </p:sp>
    </p:spTree>
    <p:extLst>
      <p:ext uri="{BB962C8B-B14F-4D97-AF65-F5344CB8AC3E}">
        <p14:creationId xmlns:p14="http://schemas.microsoft.com/office/powerpoint/2010/main" val="3781300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4D4A-469F-3B56-4700-D4A04282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INPUT 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8516B7-3E5D-CAF6-1A70-071BFE17E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984385"/>
              </p:ext>
            </p:extLst>
          </p:nvPr>
        </p:nvGraphicFramePr>
        <p:xfrm>
          <a:off x="838200" y="1825625"/>
          <a:ext cx="10515600" cy="346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3993022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18580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948689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8268536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19923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 Tennis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84725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16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84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55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107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63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4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7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2431995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716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7059-8023-9668-FF28-1F14FC1D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 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05B0C2-C1E1-43A0-8169-0123E9AFD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538" y="1825625"/>
            <a:ext cx="71149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364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79AB-D67C-E663-8007-681BEE3A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88" y="252049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 Spaces and Candidate Elimination</a:t>
            </a:r>
          </a:p>
        </p:txBody>
      </p:sp>
    </p:spTree>
    <p:extLst>
      <p:ext uri="{BB962C8B-B14F-4D97-AF65-F5344CB8AC3E}">
        <p14:creationId xmlns:p14="http://schemas.microsoft.com/office/powerpoint/2010/main" val="1370049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1529-4E25-EBB2-B621-A2B85DB75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825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1AB1-E51E-D5FF-C948-D2CC884BC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693396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Space is a concept learning method in Machine Learning.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all hypotheses consistent with the training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Elimination is a supervised learning algorithm.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updates hypotheses using positive and negative examples.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two boundaries: Specific (S) and General (G).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gradually reduces the hypothesis space.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the most accurate concept.</a:t>
            </a:r>
          </a:p>
        </p:txBody>
      </p:sp>
    </p:spTree>
    <p:extLst>
      <p:ext uri="{BB962C8B-B14F-4D97-AF65-F5344CB8AC3E}">
        <p14:creationId xmlns:p14="http://schemas.microsoft.com/office/powerpoint/2010/main" val="318423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F1F4-33B1-A18C-3B5E-61B058AA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27" y="13186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E949B-046E-A79F-8F8A-A67DC6FEA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27" y="1457423"/>
            <a:ext cx="10644673" cy="4889339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concepts from labeled training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all consistent hypotheses.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incorrect hypotheses.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hypothesis search space.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classification accuracy.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incrementally from new examples.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reliable prediction models.</a:t>
            </a:r>
          </a:p>
        </p:txBody>
      </p:sp>
    </p:spTree>
    <p:extLst>
      <p:ext uri="{BB962C8B-B14F-4D97-AF65-F5344CB8AC3E}">
        <p14:creationId xmlns:p14="http://schemas.microsoft.com/office/powerpoint/2010/main" val="473112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910D-16A2-4708-F7C4-AD23EE9C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2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VERSION SPACES AND CANDIDATE ELIMINATION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727F-0B89-0189-1AB7-25FFF7FA1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551"/>
            <a:ext cx="10515600" cy="4637412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Specific boundary (S).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General boundary (G).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each training example.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 S for positive examples.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 G for negative examples.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inconsistent hypotheses.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all examples are processed.</a:t>
            </a:r>
          </a:p>
        </p:txBody>
      </p:sp>
    </p:spTree>
    <p:extLst>
      <p:ext uri="{BB962C8B-B14F-4D97-AF65-F5344CB8AC3E}">
        <p14:creationId xmlns:p14="http://schemas.microsoft.com/office/powerpoint/2010/main" val="2697148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7C5A-E7AD-749C-BD84-B5A5F80CB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8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CE6FE-6A2A-E8D8-87F9-F3C86BD5E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837" y="1564367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all consistent hypotheses.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incrementally from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hypotheses.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concept learning.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hypothesis space.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supervised learning.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educational and research purposes.</a:t>
            </a:r>
          </a:p>
        </p:txBody>
      </p:sp>
    </p:spTree>
    <p:extLst>
      <p:ext uri="{BB962C8B-B14F-4D97-AF65-F5344CB8AC3E}">
        <p14:creationId xmlns:p14="http://schemas.microsoft.com/office/powerpoint/2010/main" val="3852105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8112-B14F-DF35-3D24-77293740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F6FBE-0E41-7A3E-1A62-A9BF3FC31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noisy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consistent training examples.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 for large datasets.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hypothesis space increases complexity.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apply in real-world noisy environments.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requirements may increase.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suitable for complex datasets.</a:t>
            </a:r>
          </a:p>
        </p:txBody>
      </p:sp>
    </p:spTree>
    <p:extLst>
      <p:ext uri="{BB962C8B-B14F-4D97-AF65-F5344CB8AC3E}">
        <p14:creationId xmlns:p14="http://schemas.microsoft.com/office/powerpoint/2010/main" val="835228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3429D-0CF7-21CB-3EBD-6346A61F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9BBDD-70D9-ADAF-9C73-0D0F51A58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discovery.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expert systems.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concept learning.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research.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 analysis.</a:t>
            </a:r>
          </a:p>
        </p:txBody>
      </p:sp>
    </p:spTree>
    <p:extLst>
      <p:ext uri="{BB962C8B-B14F-4D97-AF65-F5344CB8AC3E}">
        <p14:creationId xmlns:p14="http://schemas.microsoft.com/office/powerpoint/2010/main" val="1107283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4D4A-469F-3B56-4700-D4A04282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INPUT 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8516B7-3E5D-CAF6-1A70-071BFE17E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556094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3993022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18580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948689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8268536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19923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 Tennis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84725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16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84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55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107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63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4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71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861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7059-8023-9668-FF28-1F14FC1D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 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6CC339-3125-43D5-DB94-232ECD3C3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95331"/>
            <a:ext cx="10515599" cy="3172407"/>
          </a:xfrm>
        </p:spPr>
      </p:pic>
    </p:spTree>
    <p:extLst>
      <p:ext uri="{BB962C8B-B14F-4D97-AF65-F5344CB8AC3E}">
        <p14:creationId xmlns:p14="http://schemas.microsoft.com/office/powerpoint/2010/main" val="168469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641</Words>
  <Application>Microsoft Office PowerPoint</Application>
  <PresentationFormat>Widescreen</PresentationFormat>
  <Paragraphs>260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Wingdings</vt:lpstr>
      <vt:lpstr>Office Theme</vt:lpstr>
      <vt:lpstr>ITA0612 – Technical Presentation</vt:lpstr>
      <vt:lpstr>INTRODUCTION :</vt:lpstr>
      <vt:lpstr>Objectives : </vt:lpstr>
      <vt:lpstr>WORKING OF DECISION TREE :</vt:lpstr>
      <vt:lpstr>ADVANTAGES : </vt:lpstr>
      <vt:lpstr>DISADVANTAGES : </vt:lpstr>
      <vt:lpstr>APPLICATIONS : </vt:lpstr>
      <vt:lpstr>SAMPLE INPUT :</vt:lpstr>
      <vt:lpstr>SAMPLE OUTPUT :</vt:lpstr>
      <vt:lpstr> Version Spaces and Candidate Elimination</vt:lpstr>
      <vt:lpstr>INTRODUCTION :</vt:lpstr>
      <vt:lpstr>Objectives : </vt:lpstr>
      <vt:lpstr>WORKING OF VERSION SPACES AND CANDIDATE ELIMINATION :</vt:lpstr>
      <vt:lpstr>ADVANTAGES : </vt:lpstr>
      <vt:lpstr>DISADVANTAGES : </vt:lpstr>
      <vt:lpstr>APPLICATIONS : </vt:lpstr>
      <vt:lpstr>SAMPLE INPUT :</vt:lpstr>
      <vt:lpstr>SAMPLE OUTPUT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VARSHITHA VEERAMACHANENI</dc:creator>
  <cp:lastModifiedBy>SAI VARSHITHA VEERAMACHANENI</cp:lastModifiedBy>
  <cp:revision>1</cp:revision>
  <dcterms:created xsi:type="dcterms:W3CDTF">2026-07-23T11:26:57Z</dcterms:created>
  <dcterms:modified xsi:type="dcterms:W3CDTF">2026-07-23T11:47:56Z</dcterms:modified>
</cp:coreProperties>
</file>